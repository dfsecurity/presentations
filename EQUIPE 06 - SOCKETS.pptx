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9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5/29/2023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5/29/2023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5/29/2023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5/29/2023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5/29/2023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68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4212" y="1921934"/>
            <a:ext cx="8001000" cy="837127"/>
          </a:xfrm>
        </p:spPr>
        <p:txBody>
          <a:bodyPr/>
          <a:lstStyle/>
          <a:p>
            <a:r>
              <a:rPr lang="pt-BR" b="1" cap="none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EQUIPE 06 - SOCKETS</a:t>
            </a:r>
            <a:endParaRPr lang="pt-BR" b="1" cap="none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84212" y="3174165"/>
            <a:ext cx="6400800" cy="1947333"/>
          </a:xfrm>
        </p:spPr>
        <p:txBody>
          <a:bodyPr>
            <a:no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Bruno </a:t>
            </a:r>
            <a:r>
              <a:rPr lang="pt-BR" sz="24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Jaidan</a:t>
            </a:r>
            <a:r>
              <a:rPr lang="pt-BR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Araújo </a:t>
            </a:r>
            <a:r>
              <a:rPr lang="pt-BR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de Carvalho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Demétrio de Freitas Oliveira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Hugo Clemenc Leitão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Juliana de Souza Pereira</a:t>
            </a:r>
          </a:p>
          <a:p>
            <a:pPr algn="just"/>
            <a:r>
              <a:rPr lang="pt-BR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pt-BR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pt-BR" sz="24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xmlns="" id="{45FF596C-C80E-4F43-A8EB-4C2F58C8FB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8834" y="-1410476"/>
            <a:ext cx="5866841" cy="391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219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556496" y="693024"/>
            <a:ext cx="89894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O que é um socket?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556496" y="1668945"/>
            <a:ext cx="8716293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Socket é apenas um conceito ou uma abstração. O termo socket é utilizado para representar um ponto de conexão para uma rede de computadores que utiliza o protocolo TCP/IP;</a:t>
            </a:r>
          </a:p>
          <a:p>
            <a:pPr algn="just"/>
            <a:endParaRPr lang="pt-BR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pt-BR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pt-BR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pt-BR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pt-BR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pt-BR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Quando dois computadores necessitam manter uma comunicação, cada um deles utiliza um socket.</a:t>
            </a:r>
          </a:p>
        </p:txBody>
      </p:sp>
      <p:pic>
        <p:nvPicPr>
          <p:cNvPr id="1028" name="Picture 4" descr="Diagrama comunicação socke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6326" y="2879449"/>
            <a:ext cx="5776631" cy="2287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xmlns="" id="{D0B7F121-A55E-46E9-AE0D-99D1B98796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0501" y="-1281087"/>
            <a:ext cx="5517127" cy="3684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575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445184" y="869744"/>
            <a:ext cx="9471547" cy="7045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Como funcionam os sockets?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541639" y="1773000"/>
            <a:ext cx="8538695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Sockets são a comunicação feita entre dois processos (fonte e destino) que podem ou não estar na mesma máquina ou na rede;</a:t>
            </a:r>
          </a:p>
          <a:p>
            <a:pPr algn="just"/>
            <a:endParaRPr lang="pt-BR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pt-BR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pt-BR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 representação de um socket na rede consiste de um IP (host) e uma porta de comunicação que pertence sempre a um processo.</a:t>
            </a:r>
          </a:p>
          <a:p>
            <a:pPr algn="just"/>
            <a:endParaRPr lang="pt-BR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4" name="Picture 6" descr="Diagrama socke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0186" y="2790010"/>
            <a:ext cx="6083660" cy="2365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xmlns="" id="{674049E1-256F-4A6D-BCC8-688AD305F0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9138" y="-1335348"/>
            <a:ext cx="5555325" cy="3709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901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491519" y="660785"/>
            <a:ext cx="89894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Como utilizar os sockets?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491519" y="1700011"/>
            <a:ext cx="9350064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O programa cliente cria um socket que se conecta ao servidor e inicia um loop de envios e recebimentos de dados através da aplicação;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 porta do servidor precisa ser previamente conhecida pelo cliente, enquanto que pro servidor não importa qual é a porta do cliente, ele vai conhecê-la quando a conexão dele com o cliente for estabelecida.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078" name="Picture 6" descr="Imagem ilustrando a arquitetura cliente / servidor onde mostramos o loop de requisições / respostas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6676" y="2282439"/>
            <a:ext cx="7943580" cy="2812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xmlns="" id="{E351352B-2F66-4FD8-AC36-21228E2D63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1695" y="-1371450"/>
            <a:ext cx="5819775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751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399243" y="2166720"/>
            <a:ext cx="9208395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Compartilhamento de recursos, aumento da velocidade de computação, confiabilidade e comunicação;</a:t>
            </a:r>
          </a:p>
          <a:p>
            <a:endParaRPr lang="pt-BR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O que podemos ressaltar como desvantagem no uso da interface de sockets é a segurança, pois a maneira mais fácil de se invadir um sistema é através de uma porta que está aberta, um socket aberto;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Solução para contornar essa desvantagem é utilizar da criptográfia nos meios de comunicação.</a:t>
            </a:r>
          </a:p>
          <a:p>
            <a:endParaRPr lang="pt-BR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515153" y="1132721"/>
            <a:ext cx="115265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Vantagens e </a:t>
            </a:r>
            <a:r>
              <a:rPr lang="pt-BR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desvantagens:</a:t>
            </a:r>
            <a:endParaRPr lang="pt-BR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AutoShape 2" descr="Transport Layer Security (TLS) e Secure Sockets Layer (SSL) - Helvio Junior"/>
          <p:cNvSpPr>
            <a:spLocks noChangeAspect="1" noChangeArrowheads="1"/>
          </p:cNvSpPr>
          <p:nvPr/>
        </p:nvSpPr>
        <p:spPr bwMode="auto">
          <a:xfrm>
            <a:off x="155575" y="-830263"/>
            <a:ext cx="2628900" cy="1743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xmlns="" id="{F49C5BF9-B27C-40F5-861F-562F1AE4A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046" y="-1223108"/>
            <a:ext cx="5716448" cy="3817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8657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487138" y="801407"/>
            <a:ext cx="89894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Conclusão e </a:t>
            </a:r>
            <a:r>
              <a:rPr lang="pt-BR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exemplo:</a:t>
            </a:r>
            <a:endParaRPr lang="pt-BR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547350" y="1841896"/>
            <a:ext cx="925991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Sockets é a comunicação entre processos, portanto a maioria dos soquetes de rede são soquetes de Internet.</a:t>
            </a:r>
          </a:p>
          <a:p>
            <a:endParaRPr lang="pt-BR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Na prática o conjunto de endereço IP e porta de saída do seu navegador, faz a conexão de endereço IP e porta de entrada de determinado site, isso é o mínimo para definir um socket que seria uma conexão de rede entre dois processos onde o caminho dos pacotes irão trafegar.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1167" y="2877503"/>
            <a:ext cx="5215943" cy="1592653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xmlns="" id="{D9E1CE98-EBBD-4087-B0F3-DD2F72C3EA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1561" y="-1363130"/>
            <a:ext cx="5816759" cy="3841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5613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553791" y="537273"/>
            <a:ext cx="89894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Sockets na programação:</a:t>
            </a:r>
          </a:p>
        </p:txBody>
      </p:sp>
      <p:pic>
        <p:nvPicPr>
          <p:cNvPr id="7170" name="Picture 2" descr="Imagem com o fluxo de interação do cliente com o servidor utilizando as API de socket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0336" y="1245159"/>
            <a:ext cx="6972299" cy="5212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xmlns="" id="{C80FD325-F853-4374-A665-9EFBBF7E54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7223" y="-1405827"/>
            <a:ext cx="5819775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2792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283096" y="407618"/>
            <a:ext cx="89894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Sockets </a:t>
            </a:r>
            <a:r>
              <a:rPr lang="pt-BR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server:</a:t>
            </a:r>
            <a:endParaRPr lang="pt-BR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350719" y="1259913"/>
            <a:ext cx="46756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UDP Server</a:t>
            </a:r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2591" y="1804432"/>
            <a:ext cx="6751520" cy="4908811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xmlns="" id="{82ADA52A-A161-4233-B0B8-D559498EAD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0266" y="-1417112"/>
            <a:ext cx="5767389" cy="3851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5780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479508" y="597777"/>
            <a:ext cx="89894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Sockets </a:t>
            </a:r>
            <a:r>
              <a:rPr lang="pt-BR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client:</a:t>
            </a:r>
            <a:endParaRPr lang="pt-BR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479508" y="1401914"/>
            <a:ext cx="46756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UDP Client</a:t>
            </a:r>
          </a:p>
        </p:txBody>
      </p:sp>
      <p:pic>
        <p:nvPicPr>
          <p:cNvPr id="9" name="Imagem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3955" y="1994526"/>
            <a:ext cx="6735652" cy="4689609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xmlns="" id="{6961EDF3-A873-482C-8CA6-77BBA0386C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4791" y="-1445393"/>
            <a:ext cx="5790454" cy="3866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7324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/>
        </p:nvSpPr>
        <p:spPr>
          <a:xfrm>
            <a:off x="402235" y="508615"/>
            <a:ext cx="89894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Sockets na prática: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518081" y="1430060"/>
            <a:ext cx="46756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UDP Server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5901195" y="1442785"/>
            <a:ext cx="46756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UDP Client</a:t>
            </a:r>
          </a:p>
        </p:txBody>
      </p:sp>
      <p:pic>
        <p:nvPicPr>
          <p:cNvPr id="14" name="Imagem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081" y="2257288"/>
            <a:ext cx="3320978" cy="737995"/>
          </a:xfrm>
          <a:prstGeom prst="rect">
            <a:avLst/>
          </a:prstGeom>
        </p:spPr>
      </p:pic>
      <p:pic>
        <p:nvPicPr>
          <p:cNvPr id="15" name="Imagem 1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01"/>
          <a:stretch/>
        </p:blipFill>
        <p:spPr>
          <a:xfrm>
            <a:off x="6068620" y="2696228"/>
            <a:ext cx="3642050" cy="1211095"/>
          </a:xfrm>
          <a:prstGeom prst="rect">
            <a:avLst/>
          </a:prstGeom>
        </p:spPr>
      </p:pic>
      <p:pic>
        <p:nvPicPr>
          <p:cNvPr id="16" name="Imagem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081" y="3258881"/>
            <a:ext cx="3877551" cy="1296884"/>
          </a:xfrm>
          <a:prstGeom prst="rect">
            <a:avLst/>
          </a:prstGeom>
        </p:spPr>
      </p:pic>
      <p:pic>
        <p:nvPicPr>
          <p:cNvPr id="17" name="Imagem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8620" y="4316091"/>
            <a:ext cx="3759085" cy="479347"/>
          </a:xfrm>
          <a:prstGeom prst="rect">
            <a:avLst/>
          </a:prstGeom>
        </p:spPr>
      </p:pic>
      <p:pic>
        <p:nvPicPr>
          <p:cNvPr id="18" name="Imagem 1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081" y="4976468"/>
            <a:ext cx="3062246" cy="487176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xmlns="" id="{8BF8352D-C947-4C90-B2B6-462C742390A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6420" y="-1394356"/>
            <a:ext cx="5791172" cy="386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1019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518082" y="845237"/>
            <a:ext cx="89894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Processos e conexões: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082" y="3243912"/>
            <a:ext cx="5027694" cy="596956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7255" y="3228221"/>
            <a:ext cx="5548524" cy="596956"/>
          </a:xfrm>
          <a:prstGeom prst="rect">
            <a:avLst/>
          </a:prstGeom>
        </p:spPr>
      </p:pic>
      <p:sp>
        <p:nvSpPr>
          <p:cNvPr id="5" name="CaixaDeTexto 4"/>
          <p:cNvSpPr txBox="1"/>
          <p:nvPr/>
        </p:nvSpPr>
        <p:spPr>
          <a:xfrm>
            <a:off x="518082" y="1826552"/>
            <a:ext cx="46756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UDP Server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6015432" y="1756270"/>
            <a:ext cx="46756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UDP Client</a:t>
            </a: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5952" y="4387726"/>
            <a:ext cx="7338961" cy="1046375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xmlns="" id="{DB816F91-4267-4BB2-8719-E4AB262167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8671" y="-1441574"/>
            <a:ext cx="5819775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8995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399016" y="1135907"/>
            <a:ext cx="108667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Interceptação de </a:t>
            </a:r>
            <a:r>
              <a:rPr lang="pt-BR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pacotes:</a:t>
            </a:r>
            <a:endParaRPr lang="pt-BR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744" y="2636949"/>
            <a:ext cx="8952336" cy="1357579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744" y="4741429"/>
            <a:ext cx="7176847" cy="464472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743" y="5405233"/>
            <a:ext cx="7176847" cy="419523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743" y="6024088"/>
            <a:ext cx="6853498" cy="227502"/>
          </a:xfrm>
          <a:prstGeom prst="rect">
            <a:avLst/>
          </a:prstGeom>
        </p:spPr>
      </p:pic>
      <p:sp>
        <p:nvSpPr>
          <p:cNvPr id="9" name="CaixaDeTexto 8"/>
          <p:cNvSpPr txBox="1"/>
          <p:nvPr/>
        </p:nvSpPr>
        <p:spPr>
          <a:xfrm>
            <a:off x="399016" y="2043249"/>
            <a:ext cx="50923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Pacotes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399016" y="4137146"/>
            <a:ext cx="47688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Dados do pacote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xmlns="" id="{395E558B-757D-4E0A-A3FE-4DEA34A531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72847" y="-1391869"/>
            <a:ext cx="5819775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9345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440871" y="1686018"/>
            <a:ext cx="108667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Referências bibliográficas: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440871" y="2850878"/>
            <a:ext cx="910237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https://www.linuxsolutions.com.br/sockets-o-que-e-e-como-eles-funcionam/</a:t>
            </a:r>
          </a:p>
          <a:p>
            <a:endParaRPr lang="pt-BR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https://</a:t>
            </a:r>
            <a:r>
              <a:rPr lang="pt-BR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blog.pantuza.com/artigos/o-que-sao-e-como-funcionam-os-sockets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https://</a:t>
            </a:r>
            <a:r>
              <a:rPr lang="pt-BR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www.treinaweb.com.br/blog/uma-introducao-a-tcp-udp-e-sockets</a:t>
            </a:r>
          </a:p>
          <a:p>
            <a:endParaRPr lang="pt-BR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https://youtu.be/lc6U93P4Sxw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xmlns="" id="{6ADE0E2C-27E6-4E3B-8456-F4A600AEA7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0884" y="-1357294"/>
            <a:ext cx="5819775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105619"/>
      </p:ext>
    </p:extLst>
  </p:cSld>
  <p:clrMapOvr>
    <a:masterClrMapping/>
  </p:clrMapOvr>
</p:sld>
</file>

<file path=ppt/theme/theme1.xml><?xml version="1.0" encoding="utf-8"?>
<a:theme xmlns:a="http://schemas.openxmlformats.org/drawingml/2006/main" name="Fatia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437</TotalTime>
  <Words>331</Words>
  <Application>Microsoft Office PowerPoint</Application>
  <PresentationFormat>Widescreen</PresentationFormat>
  <Paragraphs>84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7" baseType="lpstr">
      <vt:lpstr>Arial</vt:lpstr>
      <vt:lpstr>Century Gothic</vt:lpstr>
      <vt:lpstr>Wingdings 3</vt:lpstr>
      <vt:lpstr>Fatia</vt:lpstr>
      <vt:lpstr>EQUIPE 06 - SOCKETS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Equipe 04 - SOCKETS</dc:title>
  <dc:creator>Demétrio Oliveira</dc:creator>
  <cp:lastModifiedBy>Demétrio Oliveira</cp:lastModifiedBy>
  <cp:revision>46</cp:revision>
  <dcterms:created xsi:type="dcterms:W3CDTF">2023-05-04T19:35:37Z</dcterms:created>
  <dcterms:modified xsi:type="dcterms:W3CDTF">2023-05-30T02:57:57Z</dcterms:modified>
</cp:coreProperties>
</file>